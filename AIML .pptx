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Alice" pitchFamily="34" charset="0"/>
      <p:regular r:id="rId17"/>
    </p:embeddedFont>
    <p:embeddedFont>
      <p:font typeface="Alice" pitchFamily="34" charset="-122"/>
      <p:regular r:id="rId18"/>
    </p:embeddedFont>
    <p:embeddedFont>
      <p:font typeface="Alice" pitchFamily="34" charset="-120"/>
      <p:regular r:id="rId19"/>
    </p:embeddedFont>
    <p:embeddedFont>
      <p:font typeface="Lora" pitchFamily="34" charset="0"/>
      <p:regular r:id="rId20"/>
    </p:embeddedFont>
    <p:embeddedFont>
      <p:font typeface="Lora" pitchFamily="34" charset="-122"/>
      <p:regular r:id="rId21"/>
    </p:embeddedFont>
    <p:embeddedFont>
      <p:font typeface="Lora" pitchFamily="34" charset="-120"/>
      <p:regular r:id="rId22"/>
    </p:embeddedFont>
    <p:embeddedFont>
      <p:font typeface="Lora Bold" pitchFamily="34" charset="0"/>
      <p:bold r:id="rId23"/>
    </p:embeddedFont>
    <p:embeddedFont>
      <p:font typeface="Lora Bold" pitchFamily="34" charset="-122"/>
      <p:bold r:id="rId24"/>
    </p:embeddedFont>
    <p:embeddedFont>
      <p:font typeface="Lora Bold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513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Personalized Movie Recommendation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63713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Based on User Preferences and Rating Analysis — An Intelligent ML-Powered Approach to Content Discovery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76811"/>
            <a:ext cx="1311325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</p:spPr>
      </p:sp>
      <p:sp>
        <p:nvSpPr>
          <p:cNvPr id="6" name="Text 3"/>
          <p:cNvSpPr/>
          <p:nvPr/>
        </p:nvSpPr>
        <p:spPr>
          <a:xfrm>
            <a:off x="581174" y="3219301"/>
            <a:ext cx="159841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78285" y="3176811"/>
            <a:ext cx="171450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3341" y="3219301"/>
            <a:ext cx="200158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COLLABORATIVE FILTERING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463007"/>
            <a:ext cx="179836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174" y="3505498"/>
            <a:ext cx="208545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RECOMMENDATIONS</a:t>
            </a:r>
            <a:endParaRPr lang="en-US" sz="850" dirty="0"/>
          </a:p>
        </p:txBody>
      </p:sp>
      <p:sp>
        <p:nvSpPr>
          <p:cNvPr id="11" name="Text Box 10"/>
          <p:cNvSpPr txBox="1"/>
          <p:nvPr/>
        </p:nvSpPr>
        <p:spPr>
          <a:xfrm>
            <a:off x="1426210" y="45059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200" b="1"/>
              <a:t>MUDDU ALEKHYA </a:t>
            </a:r>
            <a:endParaRPr lang="en-US" altLang="en-GB" sz="1200" b="1"/>
          </a:p>
          <a:p>
            <a:r>
              <a:rPr lang="en-IN" altLang="en-US" sz="1200" b="1"/>
              <a:t>3231295100</a:t>
            </a:r>
            <a:r>
              <a:rPr lang="en-US" altLang="en-IN" sz="1200" b="1"/>
              <a:t>66</a:t>
            </a:r>
            <a:endParaRPr lang="en-US" altLang="en-IN"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7705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Too Much Content, Too Little Discovery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66280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5" name="Text 2"/>
          <p:cNvSpPr/>
          <p:nvPr/>
        </p:nvSpPr>
        <p:spPr>
          <a:xfrm>
            <a:off x="637877" y="1808038"/>
            <a:ext cx="20069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 Overload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4550"/>
            <a:ext cx="2006947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Streaming platforms host millions of titles, making meaningful discovery nearly impossible without intelligent guidance.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66280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8" name="Text 5"/>
          <p:cNvSpPr/>
          <p:nvPr/>
        </p:nvSpPr>
        <p:spPr>
          <a:xfrm>
            <a:off x="3070101" y="1808038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Generic Suggestions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14550"/>
            <a:ext cx="200702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systems ignore individual preferences, serving the same trending list to every user.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3213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</p:spPr>
      </p:sp>
      <p:sp>
        <p:nvSpPr>
          <p:cNvPr id="11" name="Text 8"/>
          <p:cNvSpPr/>
          <p:nvPr/>
        </p:nvSpPr>
        <p:spPr>
          <a:xfrm>
            <a:off x="637877" y="3673897"/>
            <a:ext cx="44392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Low Engagement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980408"/>
            <a:ext cx="44392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Poor personalization leads to user frustration, reduced watch time, and increased churn.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312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Existing Systems vs. Our 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0473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Limitations of Current Systems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81398"/>
            <a:ext cx="1880592" cy="122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942207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consideration of viewing history or rating behavior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8470" y="1781398"/>
            <a:ext cx="1880592" cy="1228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478" y="1942207"/>
            <a:ext cx="148277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Static recommendations that never adapt over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52031"/>
            <a:ext cx="1880592" cy="1002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Single-algorithm approaches with high sparsity issues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8470" y="3152031"/>
            <a:ext cx="1880592" cy="1002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55478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watchlist personalization or trend awareness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58714"/>
            <a:ext cx="4107135" cy="3281660"/>
          </a:xfrm>
          <a:prstGeom prst="roundRect">
            <a:avLst>
              <a:gd name="adj" fmla="val 648"/>
            </a:avLst>
          </a:prstGeom>
          <a:solidFill>
            <a:srgbClr val="1B5F39"/>
          </a:solidFill>
        </p:spPr>
      </p:sp>
      <p:sp>
        <p:nvSpPr>
          <p:cNvPr id="13" name="Text 7"/>
          <p:cNvSpPr/>
          <p:nvPr/>
        </p:nvSpPr>
        <p:spPr>
          <a:xfrm>
            <a:off x="4789363" y="1400473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Our Intelligent Solution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1781398"/>
            <a:ext cx="1840929" cy="12288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6372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ML engine combining content-based and collaborative filtering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1781398"/>
            <a:ext cx="1840929" cy="12288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09061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learning from ratings, history, and behavioral patterns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3152031"/>
            <a:ext cx="1840929" cy="12288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26372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Multi-signal analysis: genres, actors, directors, and watch time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3152031"/>
            <a:ext cx="1840929" cy="122887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009061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real-time trending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 &amp;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Scoring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1947459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Dual-Engine 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Preprocess 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operates as a continuous feedback loop — every user interaction refines the model, improving accuracy and relevance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Recommendation Techniques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Content-Based Filtering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Analyzes movie metadata — genres, cast, directors, keywords — to recommend titles similar to those a user has previously enjoyed.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Collaborative Filtering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Identifies users with similar rating patterns and recommends movies liked by similar users. Uses user-based and item-based KNN.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Approach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both techniques with weighted scoring to overcome cold-start problems and improve coverage and accuracy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Collection, Preprocessing &amp; Similarity Measurement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53655"/>
            <a:ext cx="3986733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We Analyze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05534"/>
            <a:ext cx="3986733" cy="3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Star ratings, thumbs up/down, written reviews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Implicit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Watch duration, re-watches, search behavior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Preference vectors: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Favorite genres, preferred languages, time-of-day patterns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Social context: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Similar user clusters, trending within peer groups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62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Evaluation Metrics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7568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57970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We Measure Success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21185"/>
            <a:ext cx="3902943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Precision &amp; Recall: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Measure relevance and coverage of recommendations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F1-Score: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Harmonic mean balancing precision and recall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RMSE &amp; MAE: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Quantify rating prediction error on test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A/B Testing: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 comparison of algorithm variants in production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743846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95890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906813"/>
            <a:ext cx="33004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benchmarks are based on MovieLens 1M dataset baselines and industry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80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Modules, User Roles &amp;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Roles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5" name="Text 3"/>
          <p:cNvSpPr/>
          <p:nvPr/>
        </p:nvSpPr>
        <p:spPr>
          <a:xfrm>
            <a:off x="637877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End User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168054"/>
            <a:ext cx="1597075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Browse, rate, build watchlists, receive personalized recommendations, view trending movies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8" name="Text 6"/>
          <p:cNvSpPr/>
          <p:nvPr/>
        </p:nvSpPr>
        <p:spPr>
          <a:xfrm>
            <a:off x="2660228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2168054"/>
            <a:ext cx="1597075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movie database, monitor analytics dashboard, configure ML parameters, generate reports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49701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510" y="1823889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Backend: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Python, Flask / Django, Scikit-learn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2052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2861" y="1823889"/>
            <a:ext cx="15589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ML Libraries: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Surprise, TensorFlow, Pandas, 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9701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510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Database: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PostgreSQL, Redis (caching)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2052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2861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Frontend: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React.js, D3.js (analytics)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9701" y="3723903"/>
            <a:ext cx="3902943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510" y="3884712"/>
            <a:ext cx="358132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Security: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JWT Auth, HTTPS, Role-Based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Advantages, Applications &amp; Future 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06253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Higher User Satisfaction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12764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suggestions reduce decision fatigue and increase watch time.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806253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Increased Engagement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112764"/>
            <a:ext cx="352663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trending feeds drive daily active usage.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4991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898577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Scalable Architecture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3205088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to handle millions of users and titles with low-latency inference.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849910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898577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3205088"/>
            <a:ext cx="352663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(Neural Collaborative Filtering), real-time streaming recommendations, multi-modal content understanding (visual + audio features), and cross-platform personalization.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6318"/>
            <a:ext cx="4722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 &amp; Expected Outcomes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51458"/>
            <a:ext cx="4722763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system delivers a </a:t>
            </a: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smarter, adaptive, and user-centric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movie discovery experience by fusing collaborative filtering, content-based analysis, and continuous feedback learning.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25119" y="1653778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87%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3925119" y="218397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 Target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2431331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recommendations delivered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49529" y="1653778"/>
            <a:ext cx="2298353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3x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349529" y="2183978"/>
            <a:ext cx="229835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Lift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49529" y="2431331"/>
            <a:ext cx="229835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vs. non-personalized systems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37324" y="2869257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24/7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5137324" y="339945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37324" y="3646810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updates with every interaction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3936653"/>
            <a:ext cx="4722763" cy="780455"/>
          </a:xfrm>
          <a:prstGeom prst="roundRect">
            <a:avLst>
              <a:gd name="adj" fmla="val 2299"/>
            </a:avLst>
          </a:prstGeom>
          <a:solidFill>
            <a:srgbClr val="B6FCB8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02" y="4100438"/>
            <a:ext cx="149498" cy="1195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3783" y="4067398"/>
            <a:ext cx="4214515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well-designed hybrid recommendation engine transforms passive browsing into an intelligent, personalized entertainment journey — driving satisfaction, retention, and platform growth.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4175</Words>
  <Application>WPS Presentation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Lora Bold</vt:lpstr>
      <vt:lpstr>Lora Bold</vt:lpstr>
      <vt:lpstr>Lora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sadha</cp:lastModifiedBy>
  <cp:revision>5</cp:revision>
  <dcterms:created xsi:type="dcterms:W3CDTF">2026-07-28T05:43:00Z</dcterms:created>
  <dcterms:modified xsi:type="dcterms:W3CDTF">2026-09-30T09:04:16Z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C8FFF5936943455BACB69C52C73CAA06_13</vt:lpwstr>
  </property>
  <property fmtid="{D5CDD505-2E9C-101B-9397-08002B2CF9AE}" pid="3" name="KSOProductBuildVer">
    <vt:lpwstr>2057-12.2.0.23158</vt:lpwstr>
  </property>
</Properties>
</file>